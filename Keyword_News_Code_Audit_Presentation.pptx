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384048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NON-TECHNICAL EXECUTIVE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Keyword News Aggregator</a:t>
            </a:r>
          </a:p>
          <a:p>
            <a:pPr>
              <a:spcBef>
                <a:spcPts val="1000"/>
              </a:spcBef>
              <a:defRPr sz="2200">
                <a:solidFill>
                  <a:srgbClr val="94A3B8"/>
                </a:solidFill>
                <a:latin typeface="Segoe UI"/>
              </a:defRPr>
            </a:pPr>
            <a:r>
              <a:t>Comprehensive Code Audit &amp; Modernization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480560"/>
            <a:ext cx="3328416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663440"/>
            <a:ext cx="2871216" cy="128016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CURRENT CODE RATING</a:t>
            </a:r>
          </a:p>
          <a:p>
            <a:pPr>
              <a:spcBef>
                <a:spcPts val="400"/>
              </a:spcBef>
              <a:defRPr sz="3200" b="1">
                <a:solidFill>
                  <a:srgbClr val="10B981"/>
                </a:solidFill>
                <a:latin typeface="Segoe UI"/>
              </a:defRPr>
            </a:pPr>
            <a:r>
              <a:t>B+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Functional &amp; stable, ripe for spring cleaning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480560"/>
            <a:ext cx="3328416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4663440"/>
            <a:ext cx="2871216" cy="128016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AUDIT OPTIMIZATION TARGET</a:t>
            </a:r>
          </a:p>
          <a:p>
            <a:pPr>
              <a:spcBef>
                <a:spcPts val="400"/>
              </a:spcBef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100% Lean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Prune dead packages &amp; optimize 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480560"/>
            <a:ext cx="3328416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4663440"/>
            <a:ext cx="2871216" cy="128016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USER EXPERIENCE IMPACT</a:t>
            </a:r>
          </a:p>
          <a:p>
            <a:pPr>
              <a:spcBef>
                <a:spcPts val="400"/>
              </a:spcBef>
              <a:defRPr sz="3200" b="1">
                <a:solidFill>
                  <a:srgbClr val="6366F1"/>
                </a:solidFill>
                <a:latin typeface="Segoe UI"/>
              </a:defRPr>
            </a:pPr>
            <a:r>
              <a:t>Instant Feed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Zero double-render &amp; snappier mobile load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KEYWORD NEWS • CODE AUDIT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Executive Overview: The Sports Car Analogy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Segoe UI"/>
              </a:defRPr>
            </a:pPr>
            <a:r>
              <a:t>🏎️ The Good News: The Engine is Strong</a:t>
            </a:r>
          </a:p>
          <a:p>
            <a:pPr>
              <a:spcBef>
                <a:spcPts val="14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• Core capabilities are live: RSS ingestion, Supabase cloud sync, AI news summaries, and story clustering are fully operational.</a:t>
            </a:r>
          </a:p>
          <a:p>
            <a:pPr>
              <a:spcBef>
                <a:spcPts val="14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• Aesthetic appeal is top-tier: Modern typography, refined dark mode, and smooth layout animations give users a high-end feel.</a:t>
            </a:r>
          </a:p>
          <a:p>
            <a:pPr>
              <a:spcBef>
                <a:spcPts val="14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• Zero downtime: The app successfully builds and runs smoothly on Netlify with automated SEO pre-rendering.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Segoe UI"/>
              </a:defRPr>
            </a:pPr>
            <a:r>
              <a:t>⚠️ The Hidden Friction: Spring Cleaning Needed</a:t>
            </a:r>
          </a:p>
          <a:p>
            <a:pPr>
              <a:spcBef>
                <a:spcPts val="12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• Luggage in the trunk: Packing and downloading 2 software tools that are never actually used (costing bandwidth).</a:t>
            </a:r>
          </a:p>
          <a:p>
            <a:pPr>
              <a:spcBef>
                <a:spcPts val="12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• Doing the math twice: The feed recalculates itself a phantom second time whenever someone picks a topic or keyword.</a:t>
            </a:r>
          </a:p>
          <a:p>
            <a:pPr>
              <a:spcBef>
                <a:spcPts val="12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• Overcrowded rooms: Three large components are doing 5 jobs at once instead of having specialized helpers.</a:t>
            </a:r>
          </a:p>
          <a:p>
            <a:pPr>
              <a:spcBef>
                <a:spcPts val="12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• Chatty logs: 9 debug messages logging continuously in production, plus 35 minor quality code warnings.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CORE FINDINGS • ASSET EFFICIENCY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  <a:latin typeface="Segoe UI"/>
              </a:defRPr>
            </a:pPr>
            <a:r>
              <a:t>Finding 1: Dead Baggage in the Trunk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277977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  <a:latin typeface="Segoe UI"/>
              </a:defRPr>
            </a:pPr>
            <a:r>
              <a:t>The Issue: Ghost Packages</a:t>
            </a:r>
          </a:p>
          <a:p>
            <a:pPr>
              <a:spcBef>
                <a:spcPts val="16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The app is carrying 'rss-parser' and 'uuid' in its download bundle. Neither is imported or used by the code (our app already parses RSS feeds via native browser XML parsers).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965960"/>
            <a:ext cx="277977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Segoe UI"/>
              </a:defRPr>
            </a:pPr>
            <a:r>
              <a:t>The User Impact: Slower Downloads</a:t>
            </a:r>
          </a:p>
          <a:p>
            <a:pPr>
              <a:spcBef>
                <a:spcPts val="16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Every new mobile visitor downloads dozens of kilobytes of ghost code they do not need before the news feed can render.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965960"/>
            <a:ext cx="277977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Segoe UI"/>
              </a:defRPr>
            </a:pPr>
            <a:r>
              <a:t>The Solution: Unpack &amp; Prune</a:t>
            </a:r>
          </a:p>
          <a:p>
            <a:pPr>
              <a:spcBef>
                <a:spcPts val="16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Delete the 2 ghost packages and align React 18 types. Shrinks the initial download bundle immediately with zero visual or functional 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CORE FINDINGS • COMPUTATIONAL PERFORMANCE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  <a:latin typeface="Segoe UI"/>
              </a:defRPr>
            </a:pPr>
            <a:r>
              <a:t>Finding 2: Doing the Same Math Twice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  <a:latin typeface="Segoe UI"/>
              </a:defRPr>
            </a:pPr>
            <a:r>
              <a:t>🔄 What Is Happening Today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When a reader clicks a topic (like 'Tech &amp; Design' or 'UPSC Policy') or types in the search bar, the website: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1. Filters the articles and shows the new feed.</a:t>
            </a:r>
            <a:br/>
            <a:r>
              <a:t>2. Immediately triggers a background secondary effect.</a:t>
            </a:r>
            <a:br/>
            <a:r>
              <a:t>3. Re-runs the exact same clustering, ranking, and regional math.</a:t>
            </a:r>
            <a:br/>
            <a:r>
              <a:t>4. Redraws the entire page a second time in under a second.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Result: Double computational cycles for every user tap.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⚡ The Modernized 'One-Touch' Solution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Convert the filter system to calculate once and remember results directly (via useMemo):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• Single-pass rendering: The feed updates instantly on the first pass without a phantom second calculation.</a:t>
            </a:r>
            <a:br/>
            <a:r>
              <a:t>• Lower device temperature &amp; battery usage: Reduces CPU spikes during active browsing on mobile phones.</a:t>
            </a:r>
            <a:br/>
            <a:r>
              <a:t>• Smoother animations: Eliminates micro-stutter when switching between different topic tabs.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CORE FINDINGS • CODE ARCHITECTURE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  <a:latin typeface="Segoe UI"/>
              </a:defRPr>
            </a:pPr>
            <a:r>
              <a:t>Finding 3: Overcrowded Rooms (Component Sprawl)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Article Reading Page</a:t>
            </a:r>
          </a:p>
          <a:p>
            <a:pPr>
              <a:spcBef>
                <a:spcPts val="200"/>
              </a:spcBef>
              <a:defRPr sz="1100" b="1">
                <a:solidFill>
                  <a:srgbClr val="F59E0B"/>
                </a:solidFill>
                <a:latin typeface="Segoe UI"/>
              </a:defRPr>
            </a:pPr>
            <a:r>
              <a:t>Current Size: 682 Lines</a:t>
            </a:r>
          </a:p>
          <a:p>
            <a:pPr>
              <a:spcBef>
                <a:spcPts val="1400"/>
              </a:spcBef>
              <a:defRPr sz="1000" b="1">
                <a:solidFill>
                  <a:srgbClr val="94A3B8"/>
                </a:solidFill>
                <a:latin typeface="Segoe UI"/>
              </a:defRPr>
            </a:pPr>
            <a:r>
              <a:t>THE PROBLEM: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Currently bundles article display, web scraping, AI summarization, dictionary tooltips, and sentiment scoring into one mega-file.</a:t>
            </a:r>
          </a:p>
          <a:p>
            <a:pPr>
              <a:spcBef>
                <a:spcPts val="1400"/>
              </a:spcBef>
              <a:defRPr sz="1000" b="1">
                <a:solidFill>
                  <a:srgbClr val="10B981"/>
                </a:solidFill>
                <a:latin typeface="Segoe UI"/>
              </a:defRPr>
            </a:pPr>
            <a:r>
              <a:t>THE CLEANUP: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Extract dedicated helpers for Sentiment Meter and Concept Explainer Tooltip.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2024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Market Pulse Ribbon</a:t>
            </a:r>
          </a:p>
          <a:p>
            <a:pPr>
              <a:spcBef>
                <a:spcPts val="200"/>
              </a:spcBef>
              <a:defRPr sz="1100" b="1">
                <a:solidFill>
                  <a:srgbClr val="F59E0B"/>
                </a:solidFill>
                <a:latin typeface="Segoe UI"/>
              </a:defRPr>
            </a:pPr>
            <a:r>
              <a:t>Current Size: 567 Lines</a:t>
            </a:r>
          </a:p>
          <a:p>
            <a:pPr>
              <a:spcBef>
                <a:spcPts val="1400"/>
              </a:spcBef>
              <a:defRPr sz="1000" b="1">
                <a:solidFill>
                  <a:srgbClr val="94A3B8"/>
                </a:solidFill>
                <a:latin typeface="Segoe UI"/>
              </a:defRPr>
            </a:pPr>
            <a:r>
              <a:t>THE PROBLEM: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Combines the top live ticker bar with an entire 300-line watchlist customization search modal.</a:t>
            </a:r>
          </a:p>
          <a:p>
            <a:pPr>
              <a:spcBef>
                <a:spcPts val="1400"/>
              </a:spcBef>
              <a:defRPr sz="1000" b="1">
                <a:solidFill>
                  <a:srgbClr val="10B981"/>
                </a:solidFill>
                <a:latin typeface="Segoe UI"/>
              </a:defRPr>
            </a:pPr>
            <a:r>
              <a:t>THE CLEANUP: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Separate the ticker bar from the modal dialog. Keep the ribbon super-fast and lightweight.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92024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Article Feed Cards</a:t>
            </a:r>
          </a:p>
          <a:p>
            <a:pPr>
              <a:spcBef>
                <a:spcPts val="200"/>
              </a:spcBef>
              <a:defRPr sz="1100" b="1">
                <a:solidFill>
                  <a:srgbClr val="F59E0B"/>
                </a:solidFill>
                <a:latin typeface="Segoe UI"/>
              </a:defRPr>
            </a:pPr>
            <a:r>
              <a:t>Current Size: 456 Lines</a:t>
            </a:r>
          </a:p>
          <a:p>
            <a:pPr>
              <a:spcBef>
                <a:spcPts val="1400"/>
              </a:spcBef>
              <a:defRPr sz="1000" b="1">
                <a:solidFill>
                  <a:srgbClr val="94A3B8"/>
                </a:solidFill>
                <a:latin typeface="Segoe UI"/>
              </a:defRPr>
            </a:pPr>
            <a:r>
              <a:t>THE PROBLEM: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Every single card loads its own hidden AI summary popup window in memory simultaneously.</a:t>
            </a:r>
          </a:p>
          <a:p>
            <a:pPr>
              <a:spcBef>
                <a:spcPts val="1400"/>
              </a:spcBef>
              <a:defRPr sz="1000" b="1">
                <a:solidFill>
                  <a:srgbClr val="10B981"/>
                </a:solidFill>
                <a:latin typeface="Segoe UI"/>
              </a:defRPr>
            </a:pPr>
            <a:r>
              <a:t>THE CLEANUP: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Streamline card rendering and load the summary modal on demand when clicked.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CORE FINDINGS • CODE HYGIENE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  <a:latin typeface="Segoe UI"/>
              </a:defRPr>
            </a:pPr>
            <a:r>
              <a:t>Findings 4 &amp; 5: Background Noise &amp; Root Clutter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🔇 Finding 4: Developer Sticky Notes</a:t>
            </a:r>
          </a:p>
          <a:p>
            <a:pPr>
              <a:spcBef>
                <a:spcPts val="14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• 35 Automated Quality Warnings: Automated checks flag 31 minor errors and 4 warnings across 10 files (unused imports, empty catch blocks).</a:t>
            </a:r>
          </a:p>
          <a:p>
            <a:pPr>
              <a:spcBef>
                <a:spcPts val="14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• Active Console Noise: 9 production 'console.log' statements print debug status to the browser console on every keystroke and render.</a:t>
            </a:r>
          </a:p>
          <a:p>
            <a:pPr>
              <a:spcBef>
                <a:spcPts val="14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• The Fix: Remove all unused imports, add safe typed error handlers, and silence production logs for a 100% clean, professional build.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Segoe UI"/>
              </a:defRPr>
            </a:pPr>
            <a:r>
              <a:t>📁 Finding 5: The Cluttered Front Porch</a:t>
            </a:r>
          </a:p>
          <a:p>
            <a:pPr>
              <a:spcBef>
                <a:spcPts val="14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• Out-of-Place Files: Non-production Python scripts ('build_full_book.py', 'build_full_handbook.py') and large PDF files are stored in the root folder alongside website code.</a:t>
            </a:r>
          </a:p>
          <a:p>
            <a:pPr>
              <a:spcBef>
                <a:spcPts val="14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• Heavier Syncs: Every git checkout downloads 170 KB of binary PDFs that are not needed by the website runtime.</a:t>
            </a:r>
          </a:p>
          <a:p>
            <a:pPr>
              <a:spcBef>
                <a:spcPts val="14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• The Fix: Create a clean dedicated 'docs/handbook/' folder and archive all generator scripts and reference PDFs neatly.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BUSINESS IMPACT &amp; VALUE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The Measurable Payoff: Before vs After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412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Download Bundle Weight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81051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7171"/>
                </a:solidFill>
                <a:latin typeface="Segoe UI"/>
              </a:defRPr>
            </a:pPr>
            <a:r>
              <a:t>BEFORE: Carries 2 unused packages &amp; heavy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810512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AFTER: Lean, trimmed bundle (~100 KB+ lighter)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78608"/>
            <a:ext cx="10698480" cy="8412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Topic &amp; Search Switching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743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7171"/>
                </a:solidFill>
                <a:latin typeface="Segoe UI"/>
              </a:defRPr>
            </a:pPr>
            <a:r>
              <a:t>BEFORE: Double-renders feed (recalculates twice)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7432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AFTER: Instant single-pass render (useMemo)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11296"/>
            <a:ext cx="10698480" cy="8412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7588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Memory Footprint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67588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7171"/>
                </a:solidFill>
                <a:latin typeface="Segoe UI"/>
              </a:defRPr>
            </a:pPr>
            <a:r>
              <a:t>BEFORE: 30 hidden modals in device 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675888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AFTER: Modals instantiate only when requested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43984"/>
            <a:ext cx="10698480" cy="8412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08576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Code Quality &amp; Linting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60857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7171"/>
                </a:solidFill>
                <a:latin typeface="Segoe UI"/>
              </a:defRPr>
            </a:pPr>
            <a:r>
              <a:t>BEFORE: 35 warnings &amp; errors, active console logs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608576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AFTER: 0 warnings, 0 errors, silent production console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76672"/>
            <a:ext cx="10698480" cy="8412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41264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Ease of Future Upgrades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554126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7171"/>
                </a:solidFill>
                <a:latin typeface="Segoe UI"/>
              </a:defRPr>
            </a:pPr>
            <a:r>
              <a:t>BEFORE: Large 680-line files with mixed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541264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AFTER: Modular, single-responsibility 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EXECUTION STRATEGY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  <a:latin typeface="Segoe UI"/>
              </a:defRPr>
            </a:pPr>
            <a:r>
              <a:t>Recommended Roadmap: The 3-Step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Segoe UI"/>
              </a:defRPr>
            </a:pPr>
            <a:r>
              <a:t>Step 1: The Quick Win</a:t>
            </a:r>
          </a:p>
          <a:p>
            <a:pPr>
              <a:spcBef>
                <a:spcPts val="200"/>
              </a:spcBef>
              <a:defRPr sz="1100" b="1">
                <a:solidFill>
                  <a:srgbClr val="94A3B8"/>
                </a:solidFill>
                <a:latin typeface="Segoe UI"/>
              </a:defRPr>
            </a:pPr>
            <a:r>
              <a:t>15 Minutes • Zero Risk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Remove dead packages ('rss-parser', 'uuid')</a:t>
            </a:r>
            <a:br/>
            <a:r>
              <a:t>• Clear all 35 ESLint warnings &amp; dead imports</a:t>
            </a:r>
            <a:br/>
            <a:r>
              <a:t>• Silence all production 'console.log' statements</a:t>
            </a:r>
            <a:br/>
            <a:r>
              <a:t>• Align React 18 types for flawless stability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Result: 100% clean, error-free build with zero visual changes.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2024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Step 2: Smooth Engine</a:t>
            </a:r>
          </a:p>
          <a:p>
            <a:pPr>
              <a:spcBef>
                <a:spcPts val="200"/>
              </a:spcBef>
              <a:defRPr sz="1100" b="1">
                <a:solidFill>
                  <a:srgbClr val="94A3B8"/>
                </a:solidFill>
                <a:latin typeface="Segoe UI"/>
              </a:defRPr>
            </a:pPr>
            <a:r>
              <a:t>30 Minutes • Performance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Convert feed filtering to single-pass 'useMemo'</a:t>
            </a:r>
            <a:br/>
            <a:r>
              <a:t>• Eliminate double-rendering on topic clicks</a:t>
            </a:r>
            <a:br/>
            <a:r>
              <a:t>• Memoize context providers to stop wasted re-renders</a:t>
            </a:r>
            <a:br/>
            <a:r>
              <a:t>• Optimize card memory footprint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Result: Noticeably faster browsing, lower battery drain.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92024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  <a:latin typeface="Segoe UI"/>
              </a:defRPr>
            </a:pPr>
            <a:r>
              <a:t>Step 3: Room Makeover</a:t>
            </a:r>
          </a:p>
          <a:p>
            <a:pPr>
              <a:spcBef>
                <a:spcPts val="200"/>
              </a:spcBef>
              <a:defRPr sz="1100" b="1">
                <a:solidFill>
                  <a:srgbClr val="94A3B8"/>
                </a:solidFill>
                <a:latin typeface="Segoe UI"/>
              </a:defRPr>
            </a:pPr>
            <a:r>
              <a:t>Modular Architecture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Split ArticlePage into Sentiment &amp; Explainer helpers</a:t>
            </a:r>
            <a:br/>
            <a:r>
              <a:t>• Separate Market Ribbon from Watchlist Modal</a:t>
            </a:r>
            <a:br/>
            <a:r>
              <a:t>• Move handbook PDFs and scripts to 'docs/' archive</a:t>
            </a:r>
            <a:br/>
            <a:r>
              <a:t>• Write clean project README and documentation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Result: Code becomes lean, beautiful, and easy to expand.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